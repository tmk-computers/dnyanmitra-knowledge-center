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cover slide. Introduce the session as the DnyanMitra Taluka Head Due Diligence briefing for Haveli Taluka, Pune.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 candidate on the structure of the workshop. Note that sections 9 through 16 cover operational steps, business charters, 12-month calendar plans, risk assessment sheets, and onboarding checklists.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2: About DASP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DASP Digital as a professional entity based in Pune, outlining its position in the B2B regional digital marketplace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DASP Digital's long-term vision of setting up localized transformation nodes in semi-urban and rural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core mission of bridging the tech infrastructure gap for schools and PE sports programs outside major urban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DASP Digital's technical infrastructure, focusing on database reliability, AI modules, and secure client cloud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full suite of software and marketplace modules under the DASP Digital umbrella.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 overview of the technical and consulting services offered through the local Digital Transformation Centres.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DASP Digital's 5-year scaling plan, highlighting the addition of agriculture (KrushiMitra) and municipal procurement (ZilaValley).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 candidate on the support network, explaining how they report to District Heads and lead local sales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3: About DnyanMitra.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DnyanMitra platform as the unified sourcing hub for schools, linking digital ERPs with physical school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role of the DTC physical office in the taluka, serving as the local point-of-presence for product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Institutional Excellence (IX) framework and how it acts as a consultative auditing tool for sales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DnyanMitra's AI solutions, focusing on smart bidding, automated grading, and diagnostic parent alert gateways.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KridaMitra module complements school software by addressing athletic equipment sourcing and facility bookings.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how all participants benefit, establishing DnyanMitra as a collaborative ecosystem, not just a retail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4: Why This Opportunity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pain points of school principals and trustees, highlighting inefficiencies in manual data and vendor fragmentation.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supply chain inefficiencies in traditional school procurement that DnyanMitra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support gap that rural school heads face, positioning the local DTC as the primary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why the Taluka Head partnership model beats distant, corporate sales operations in semi-urban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5: Haveli Taluka Opportunity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Haveli Taluka as a premium, high-density territory surrounding Pune city, making it a highly profitable DTC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institutional counts for Haveli Taluka, highlighting the large target market size for ERP and hardware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local supplier landscape data, demonstrating opportunities for the Taluka Head to onboard local merchants.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digital readiness of Haveli schools, highlighting the gap in smart learning tools and paperless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geographic zones to prioritize, suggesting the optimal location for the partner's DTC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realistic SWOT analysis for Haveli Taluka, highlighting local advantages and regional mitigation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financial projections. Clearly distinguish between total market sizing (estimates) and Year 1 DTC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execution strategy for Haveli Taluka, emphasizing early targets and local resource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6: Taluka Head Role &amp;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leadership role. Emphasize that the Taluka Head is an operational partner and entrepreneur, not a simple sales 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core operational tasks required, highlighting team management and physical KYC validation duties.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daily, weekly, and monthly tasks to show the structured routine required to run the franchise.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partner's performance is graded. Emphasize that reviews are designed to support growth and resolve hurdles.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the candidate of DASP Digital's backing, detailing the support channels, tech setup, and marketing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hierarchy for resolving software bugs, billing disputes, and shipping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7: Revenue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partnership financial mindset, focusing on low barriers, multiple transaction lines, and direct monthly settlements.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exact margin split of DASP Digital platform commissions across the regional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commission rates and payouts for software, hardware, bulk goods, and maintenance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realistic math example for a mid-sized school cloud ERP license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realistic math example for a smart board hardware sourcing deal, showing cross-sell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performance incentives that partners can unlock by hitting monthly and quarterly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8: Product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school ERP product, explaining the problem, features, target market, and pricing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Smart Classroom hardware package, highlighting components, pricing models, and cross-sell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DnyanMitra marketplace portal, showing how it aggregates bulk orders to bypass middlemen.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IX framework audit service, which acts as a key sales prospecting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training services offered by the DTC to ensure high software adoption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recurring AMC service line that provides steady income while keeping school hardware functional.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9: Service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technical setup services that the DTC coordinates for schools post-purchase.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DTC handles user onboarding to ensure that teachers and staff adopt the cloud ERP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recurring AMC portfolio, highlighting response SLAs, spare parts, and preventive dispatches.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audit and consulting services that position the DTC as a tech advisor rather than a sales agency.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10: Sales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initial stages of the sales process, focusing on mapping local schools and scheduling first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audit and demo stage, showing how the free on-site survey acts as a consultative sales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contract finalization, explaining proposal drafting, trustee negotiations, billing, and setup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post-sale support, highlighting monthly visits, AMC pitching, and annual license renewals.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11: 12-Month Business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candidate through the first quarter, showing that the focus is on training, recruitment, school mapping, and initial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second quarter operations, focusing on bulk marketplace deals, vendor drives, and hosting the first regional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third quarter, showing how the DTC transitions into high-value smart classrooms, PE sports bookings, and AI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final quarter, focusing on AMC contract lock-ins, next-year budget planning, annual reviews, and Year 2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12: Frequently Asked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common questions about territory boundaries, exclusivity, and DTC setup investments.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queries related to monthly payment cycles, TDS deductions, recurring SaaS renewals, and discount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queries about FSE recruitment, installation SLAs, technical ticket escalation, and marketing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answers regarding contract durations, non-compete rules, data ownership, and future platform launches.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13: Risk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local risks in semi-urban India and show how DASP's model mitigates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14: Success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realistic, illustrative case study showing how a hardware smart board sale can lead to recurring ERP deals.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second case study detailing software ERP deployment and the resulting admin efficiency for the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15: Partnership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three-meeting selection process that leads up to the signing of the partnership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steps after contract signing, focusing on software provisioning, FSE hiring, and scaling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Transitioning to Section 16: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documents the candidate needs to submit within the next 48 hours to finalize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immediate launch checklist to guide the new partner's first 48 hours of business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DnyanMitra</a:t>
            </a:r>
            <a:br/>
            <a:r>
              <a:t>Taluka Head Due Diligence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8220"/>
                </a:solidFill>
                <a:latin typeface="Calibri"/>
              </a:defRPr>
            </a:pPr>
            <a:r>
              <a:t>Haveli Taluka, Pune District</a:t>
            </a:r>
            <a:br/>
            <a:r>
              <a:t>Maharashtra,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Presenter: District Head</a:t>
            </a:r>
            <a:br/>
            <a:r>
              <a:t>DASP Digital Pvt Ltd</a:t>
            </a:r>
            <a:br/>
            <a:r>
              <a:t>Territory: Haveli Taluka,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AGENDA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Session Brief &amp; Structure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1. Welcome &amp; Session Objectives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2. About DASP Digital Core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3. DnyanMitra Platform Sourcing Ecosystem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4. Why Sourcing Opportunities Exist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5. Haveli Taluka Regional Sizing Report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6. Taluka Head Role &amp; KPIs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7. Worked Commission Models &amp; Revenue Sharing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8. Detailed Product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2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About DASP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Corporate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Pune-based EdTech and SportsTech company.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Developer of specialized regional marketplace ecosystems.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Operates B2B sourcing frameworks across Maharashtra.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Establishment of Digital Transformation Centres locally.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Zero middle-tier distribution sourcing networks.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Built on absolute financial transaction transparency.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Corporate Vision &amp; Core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Pioneering digital transformation for regional institutions.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Targeting tier-2 and tier-3 talukas.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Establishment of localized business transformation networks.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Fostering entrepreneurship via regional partner appointments.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Aggregating unorganized localized hardware merchant networks.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Standardizing delivery quality via physical site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Company Mission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digitalise local institutional procurement chains.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reduce sourcing overheads for trustees.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verify vendor credentials physically and verify banking.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deploy advanced AI learning modules locally.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establish trusted technology sourcing channels.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build sustainable, long-term business partnerships.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Technology Expertise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AWS hosting with secure regional Mumbai clustering.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Node.js microservices with PostgreSQL transaction layers.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Python-based AI engines for school auditing.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Offline-first mobile-responsive CRM data logging integrations.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Automated WhatsApp notification delivery system interfaces.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Data encryption standard protecting institutional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Platform Suite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DnyanMitra B2B education procurement marketplace.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KridaMitra sports PE booking network platform.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School and College Cloud ERP softwares.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AI-assisted exam grading automated system portals.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Institutional Excellence (IX) benchmarking scorecards.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Annual Maintenance Contract (AMC) tracker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Services Suite Sourcing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Smart Board hardware installation and alignment.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On-site school computer laboratory engineering setup.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CCTV security mapping and biometric configurations.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On-site Institutional Excellence digital technology audits.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Bi-annual faculty ERP software training workshops.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Preventive quarterly maintenance field engineer dispatches.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Future Platform Expansion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Year 1: Consolidate Western Maharashtra DTCs.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Year 2: Launch KrushiMitra agricultural marketplace.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Year 3: Deploy localized AI auditing dashboards.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Year 4: Launch ZilaValley pilot procurement.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Year 5: Inter-state expansion to adjacent states.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Platform modularity ensures seamless feature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DASP DIGITAL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Organizational Hierarchy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Pune HQ Board sets policy standards.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Division Heads oversee regional divisions.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District Heads mentor local Taluka Heads.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Heads manage individual taluka DTCs.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Field Sales Executives handle daily visits.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Ensures regional support and rapid ticket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3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About DnyanMitra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Core Marketplace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B2B procurement marketplace for educational institutions.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Direct manufacturer links bypass retail middle-tiers.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Vetted vendors ensure delivery safety standard compliance.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Integrated billing system with transparent margin commissions.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Physical product trials hosted at Taluka DTCs.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Covers software licenses, hardware, and physical goods.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Digital Transformation Centre (DTC)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serves as physical demonstration office.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Showcases interactive smart boards and projectors.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Maintains local stocks of critical replacement parts.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Base office for Field Sales Executives.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Owned and managed by the Taluka Head.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Ensures local presence and builds trustee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Institutional Excellence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AI-driven framework audits school technology gaps.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Scores schools on safety, admin, pedagogy.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Generates customized digital upgrade audit reports.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Provides school boards with multi-year roadmap.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Drives customer loyalty through structured upgrades.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Audit tool used as primary sales hook.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AI for Education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Automated exam paper scans speed up grading.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Predictive vendor sourcing agents match lowest bids.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Smart scheduling algorithms optimize school computer labs.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Student attendance biometrics trigger automated warnings.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Personalized learning suggestions based on student scores.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Provides rural institutions with Tier-1 AI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KridaMitra Sports Sourcing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Integrates physical education into school platforms.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Aggregates sports gear procurement and uniform bids.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Enables automated scheduling for inter-school sports matches.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Scores student physical health metrics via ERP.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Onboards local sports academies and PE coaches.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Unlocks revenue via specialized athletic product sourcing.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ABOUT DNYANMITRA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Stakeholder Ecosystem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Trustees get cost savings and compliance.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Principals get administrative dashboards and trackers.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Vendors get direct institutional sales channels.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Heads earn recurring margin commissions.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FSEs earn direct target-based monthly incentives.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Students get modern smart classroom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4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Opportunity Exists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WHY DNYANMITRA EXISTS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School Administrative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Trustees spend hours managing multiple stationery vendors.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Manual fee registers lead to collection delays.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School buses lack real-time GPS tracking safety.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Fragmented software products do not sync data.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No local hardware support when devices fail.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Staff spend hours processing manual grade 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WHY DNYANMITRA EXISTS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Sourcing &amp; Procurement Hurdles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Wholesalers add high markups to school goods.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No standard technical specifications for classroom desks.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Textbook delivery delays disrupt academic year starts.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Unvetted vendors deliver sub-standard school uniforms.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Non-transparent bidding leads to trustee budget waste.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Lack of direct factory lines for rural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WHY DNYANMITRA EXISTS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Lack of Local Technical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Pune/Mumbai software firms ignore taluka institutions.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Smart boards sit unused due to training gaps.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Hardware repair delays halt classroom smart learning.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No local technicians to verify wiring setups.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High cost of annual maintenance contract options.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model solves support via local presence.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WHY DNYANMITRA EXISTS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The Local Presence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Principals prefer dealing with local business leaders.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Physical DTC demos remove technology trust barriers.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Rapid on-site installation support matches target schedules.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Local vendor verification protects marketplace transaction safety.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Regional representation builds long-term board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DASP provides the platform, partner provides 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5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Haveli Taluka Opportunity Report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Territory Profile &amp; Geography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Territory: Haveli Taluka, Pune District, Maharashtra.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Surrounds Pune Municipal Corporation suburban borders.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Contains major clusters: Hadapsar, Loni Kalbhor, Wagholi.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Verified Population: Approximately 24.3 Lakh residents.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Verified Literacy Rate: 88.2% (exceeds state average).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Includes large industrial and educational transition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Educational Institution Sizing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Verified schools (State Board/CBSE): 340+ campuses.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Senior &amp; Junior Colleges: 45+ institutions.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ITIs &amp; Polytechnic classes: 12 campuses.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private coaching academies: 180+ classes.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student population: Over 1.8 Lakh students.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High concentration of CBSE English-medium boarding schools.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Local Sourcing Vendor Sizing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computer &amp; IT dealers: 65 shops.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uniform and textbook printers: 18 units.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school furniture fabricators: 12 units.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Estimated electrical &amp; CCTV contractors: 30 units.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Offers massive potential for marketplace vendor onboarding.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can aggregate these into verified local suppliers.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Technology Adoption &amp;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High tech adoption in Wagholi/Hadapsar clusters.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Medium adoption in Loni Kalbhor classes.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Low adoption in rural eastern villages.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Verified gap: 60% schools lack smart boards.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Verified gap: 70% primary schools use paper registers.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Creates immediate demand for ERP and classroom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Priority School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Cluster 1: Wagholi (High private CBSE density).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Cluster 2: Loni Kalbhor (Colleges, ITIs).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Cluster 3: Hadapsar Suburban (Large private trusts).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office location recommended near Loni Kalbhor.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Ensures rapid road access to eastern rural schools.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Provides central hub for FSE daily school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Haveli Territory SWOT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463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High school density near Pune city limits.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FSE recruitment costs are higher in Pune.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Smart board demand driven by CBSE rules.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Cheap standalone ERP packages from local shops.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Well-developed road access across Haveli.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Trustees expect Pune-level support speeds.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Local vendor onboarding builds regional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Delays in school trustee board approvals.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Estimated Market Sizing &amp;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 Line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Market Sizing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DTC Year 1 Target Sourcing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Commission (₹)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School Cloud ERP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340 Schools (₹68L)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25 Schools (₹5L)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₹50,000 (10%)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Smart Classrooms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1,200 Rooms (₹11.4Cr)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40 Rooms (₹38L)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₹1,52,000 (4%)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Biometrics/CCTV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300 Setups (₹60L)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15 Setups (₹3L)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₹12,000 (4%)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Marketplace Sourcing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₹8.0 Crore Sourcing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₹20 Lakh Sourcing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₹40,000 (2%)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AMC Agreements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₹1.2 Crore 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₹5 Lakh Contracts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₹60,000 (12%)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HAVELI TALUKA REPORT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DTC Year 1 Sourcing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Focus on Wagholi/Hadapsar private schools first.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Onboard 10 premium local IT hardware vendors.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Deploy free initial digital audits as hooks.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Leverage training institute network to recruit FSE.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Organize 1 principal seminar in Loni Kalbhor.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Build recurring software renewal base in Q4.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6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Taluka Head Role &amp; KPIs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Core Mission &amp; Leadership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establish DASP Digital's DTC in Haveli.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manage regional school and vendor relations.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recruit, train, and guide field staff.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lead the local digital transformation audits.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represent DASP brands at district meetings.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 build a sustainable regional business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Key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Scheduling smart classroom and ERP software demos.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Recruiting and managing one Field Sales Executive.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Conducting physical audits of local vendor premises.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Updating CRM lead tracking logs daily.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Verifying bank accounts and KYC documents physically.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Coordinating with the Pune HQ support 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DTC Standard Work Cadence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Cadence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Scope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 Checked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Morning briefing with FSE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CRM visit routes checked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Daily at 9:00 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School board/trustee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1-2 physical meetings logged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Daily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Vendor onboarding reviews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2 local vendors audited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DH Review Meetings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Weekly pipeline status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Saturdays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Target &amp; Commission Audits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Accounts reconciliation sheets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Key Performance Indicators (KPIs)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Active Institution Sourcing Penetration (30% weight).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Field Sales Executive (FSE) Productivity (30% weight).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Onboarded Vendor Quality and Compliance (20% weight).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Platform Transaction Volume processed (20% weight).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Weekly CRM visit logs completeness is mandatory.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Quarterly ratings determine territory contract renewal.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Support Provided by DASP Digital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Dedicated District Head mentor for field deals.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Technical deployment engineers for smart classroom installs.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Marketing brochures, banners, and standee print files.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Continuous product feature and ERP module updates.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National vendor procurement contracts and price sheets.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Weekly online billing reconciliation and settlements.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TALUKA HEAD ROLE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Escalation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L1: Taluka Head DTC (First contact).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L2: District Head (Unresolved support/quoting questions).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L3: Division Head (Contract/territory disputes).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L4: Pune HQ Support Desk (Software/billing bugs).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SLAs require L1 response within 4 hours.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Ensures excellent customer service for local schools.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7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Sharing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Compensation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Builds mutual commitment through commission-based margins.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Multiple revenue streams ensure steady monthly income.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Zero franchise fees ensures low barrier entry.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Recurring commissions on software renewals reward quality.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Commissions paid directly via monthly bank transfer.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Clear worked examples prevent misunderstandings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Sourcing Split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Gross Platforms Margin: 100% of distribution pool.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DASP Digital Platform Share: 40% (covers cloud/SaaS).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State/Division Heads Override Share: 15% (oversight).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District Head Override Share: 15% (field training).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 DTC Direct Share: 30% (local DTC).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Rewards local execution and physical relationship presence.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Commission Structure by Product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 Category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 Margin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Taluka DTC Direct Share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Worked Example Payout (₹)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Software subscriptions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25% to 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8% to 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₹10,000 on ₹1L ERP Contract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Classroom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8% to 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3% to 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₹16,000 on ₹4L Smart Board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Marketplace Goods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5% to 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1.5% to 2.5%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₹16,000 on ₹8L Uniform supply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Maintenance (AMCs)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25% to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10% to 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₹6,000 on ₹50K AMC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Worked Example: School ERP Deal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Client: Wagholi English School (700 students).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ERP SaaS Price: ₹200 per student/year.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Total Annual Invoice Value: ₹1,40,000 (excl. tax).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 Direct Commission: 10% (₹14,000).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Commission paid annually upon subscription renewal.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Onboard 5 schools to generate ₹70,000 annually.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Worked Example: Smart Classroom Install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Client: Wagholi English School (6 classrooms).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Smart Board Package: ₹1,20,000 per room.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Total Hardware Invoice Value: ₹7,20,000.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 Direct Commission: 4% (₹28,800).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Commission paid post-installation and sign-off check.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 opportunity: Annual Maintenance Contract (AMC).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REVENUE SHARING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Monthly Performance Incentives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Milestone 1: ₹2L sales value in a month.</a:t>
            </a:r>
          </a:p>
          <a:p>
            <a:pPr lvl="1">
              <a:spcAft>
                <a:spcPts val="800"/>
              </a:spcAft>
              <a:defRPr sz="1500">
                <a:solidFill>
                  <a:srgbClr val="464646"/>
                </a:solidFill>
                <a:latin typeface="Calibri"/>
              </a:defRPr>
            </a:pPr>
            <a:r>
              <a:t>- Unlocks extra 1% bonus commission.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Milestone 2: 10 active schools + 5 vendors/quarter.</a:t>
            </a:r>
          </a:p>
          <a:p>
            <a:pPr lvl="1">
              <a:spcAft>
                <a:spcPts val="800"/>
              </a:spcAft>
              <a:defRPr sz="1500">
                <a:solidFill>
                  <a:srgbClr val="464646"/>
                </a:solidFill>
                <a:latin typeface="Calibri"/>
              </a:defRPr>
            </a:pPr>
            <a:r>
              <a:t>- Unlocks flat ₹15,000 DTC travel override.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Ensures administrative costs are covered during growth.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Standardized structures apply across Pune district.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8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Catalogue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Software ERP &amp; LMS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Paper registers waste school administrative time.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Integrated cloud school management database ERP.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Fees tracking, automated mark sheets, WhatsApp alerts.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Schools, senior colleges, coaching classes.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Annual subscription per student.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RFID biometric tracking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Hardware &amp; Smart Board Packages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Traditional classrooms limit interactive learning.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Full HD interactive touch smart screens.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Short-throw projectors, multi-touch screens, sound columns.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Private schools, coaching academies, ITIs.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One-time hardware purchase fee.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Classroom audio columns, AMC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B2B Marketplace Sourcing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High markups from school uniforms distributors.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Direct marketplace connecting schools with factories.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Pre-vetted catalog, transparent margin billing, logistics.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School procurement heads, trust directors.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Bulk order transaction volume fee.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PE sports gear, custom student diaries.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Institutional Excellence Audits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Trustees lack data on school tech gaps.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Consultative AI-driven tech readiness assessments.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Safety check, administrative audit, pedagogical scoring.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School management boards and trustees.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First audit free, follow-ups ₹5,000.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Smart boards and ERP subscriptions.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Faculty Training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School staff struggle to adopt ERPs.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Hands-on user workshops led by DTC.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2-day on-site training sessions, user manuals.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School teachers and admin staff.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Flat training package fee (₹8,000).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Advanced AI exam grading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PRODUCT CATALOGUE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Support &amp; AMC Packages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Problem: Smart boards sit broken for weeks.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Solution: Annual Maintenance Contracts with 24-hour SLA.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Features: Quarterly preventive checks, priority hardware replacements.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Target Customer: Schools with existing hardware setups.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Pricing Model: Annual contract fee (12% commission).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Cross-sell: Classroom projector bulb replacements.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9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Service Portfolio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SERVICE PORTFOLIO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Installation &amp; Deployment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Professional mounting of smart board displays.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Projector calibration and cabling checks.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Local network mapping for classroom connections.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Biometric attendance gateway testing and integration.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Conducted by certified regional DTC engineers.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SLA: Installation within 5 business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SERVICE PORTFOLIO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Training &amp; Adoption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ERP system onboarding workshops for administrators.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LMS dashboard training sessions for teachers.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User guides, training videos, and documentation access.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Follow-up checks 30 days post-launch.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Maintains high user active rates locally.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Reduces software support ticket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SERVICE PORTFOLIO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Annual Maintenance Contracts (AMC)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Quarterly on-site preventive device checks.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Free diagnostic testing for projector lamps.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Standardized hardware repair ticketing workflow.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Priority component shipping from Pune warehouse.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Guarantees school device uptime throughout year.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Creates high-margin recurring contract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SERVICE PORTFOLIO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Audit &amp; Sourcing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Consultative Institutional Excellence auditing surveys.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AI technology gap mapping calculations.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Safety compliance mapping (CCTV coverage, biometrics).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Local vendor audit site visits.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Procurement budgeting workshops for school trustees.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Establishes DTC as trusted regional advisor.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10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Sales Process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SALES PROCESS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Lead Generation &amp;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FSE maps schools and identifies trustees.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Initial calling confirms right principal contact.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Outreach uses Appointing wording rather than Recruiting.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Curiosity-based openings avoid pricing talk early.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Goal: Schedule first demo meeting slot.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All leads logged inside DASP CRM.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SALES PROCESS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Demos &amp; On-site Surveys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First Meeting: Build relevance and listen.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Identify school pain points (CCTV, manual fees).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Run free Institutional Excellence on-site survey.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Map classroom dimensions for smart boards.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FSE completes survey logs in CRM.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Goal: Deliver customized digital readiness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SALES PROCESS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Proposals, Closing &amp; Onboarding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Taluka Head drafts proposal and quote.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Presents ROI cost-savings sheet to trustees.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District Head joins high-value board meetings.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DASP HQ handles invoicing post-signing.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Technical team completes setup and training.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coordinates post-sale support and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SALES PROCESS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Customer Success &amp; Renewals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FSE visits school monthly to check usage.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Quarterly maintenance visits prevent device downtime.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Helpdesk resolves billing/technical queries within SLA.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Renewals mapped in CRM 60 days before expiration.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AMC signups pitching starts in Month 10.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Cross-sell campaigns trigger for next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11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12-Month Business Plan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12-MONTH PLAN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Months 1 to 3: Setup &amp; Launch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362895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4389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7149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1: Setup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Admin training, CRM setup, map 100% schools &amp; 15 vendors.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7149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DTC Setup Signoff</a:t>
            </a:r>
          </a:p>
        </p:txBody>
      </p:sp>
      <p:sp>
        <p:nvSpPr>
          <p:cNvPr id="8" name="Oval 7"/>
          <p:cNvSpPr/>
          <p:nvPr/>
        </p:nvSpPr>
        <p:spPr>
          <a:xfrm>
            <a:off x="5958687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1447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2: Audits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Recruit FSE, start visits, complete 20 school surveys.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FSE Hired &amp; Active</a:t>
            </a:r>
          </a:p>
        </p:txBody>
      </p:sp>
      <p:sp>
        <p:nvSpPr>
          <p:cNvPr id="11" name="Oval 10"/>
          <p:cNvSpPr/>
          <p:nvPr/>
        </p:nvSpPr>
        <p:spPr>
          <a:xfrm>
            <a:off x="9412985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5745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3: Launch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Deploy ERP to early adopters, onboard 5 local vendors.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5745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First Sales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12-MONTH PLAN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Months 4 to 6: Sourcing Expansion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362895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4389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7149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4: ERP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Run ERP demos, host AI awareness, onboard 5 vendors.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7149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5 ERP Deals Closed</a:t>
            </a:r>
          </a:p>
        </p:txBody>
      </p:sp>
      <p:sp>
        <p:nvSpPr>
          <p:cNvPr id="8" name="Oval 7"/>
          <p:cNvSpPr/>
          <p:nvPr/>
        </p:nvSpPr>
        <p:spPr>
          <a:xfrm>
            <a:off x="5958687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1447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5: Drive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Onboard 10 vendors, run procurement trustee meetings.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₹1.5L Sales Value</a:t>
            </a:r>
          </a:p>
        </p:txBody>
      </p:sp>
      <p:sp>
        <p:nvSpPr>
          <p:cNvPr id="11" name="Oval 10"/>
          <p:cNvSpPr/>
          <p:nvPr/>
        </p:nvSpPr>
        <p:spPr>
          <a:xfrm>
            <a:off x="9412985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5745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6: Workshop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Host first DTC workshop, complete 15 school audits.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5745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15 IX Audits 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12-MONTH PLAN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Months 7 to 9: Advanced Solutions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362895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4389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7149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7: Hardware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Launch smart classroom and projector campaigns.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7149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5 Smart Rooms Set Up</a:t>
            </a:r>
          </a:p>
        </p:txBody>
      </p:sp>
      <p:sp>
        <p:nvSpPr>
          <p:cNvPr id="8" name="Oval 7"/>
          <p:cNvSpPr/>
          <p:nvPr/>
        </p:nvSpPr>
        <p:spPr>
          <a:xfrm>
            <a:off x="5958687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1447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8: Sports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Run PE gear sourcing, onboard sports academies.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KridaMitra 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9412985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5745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9: AI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Run automated grading and faculty AI workshops.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5745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10 Schools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12-MONTH PLAN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Months 10 to 12: Recurring Revenue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362895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4389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7149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10: AMCs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Initiate AMC pitching, run budget school meetings.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7149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80% Accounts Covered</a:t>
            </a:r>
          </a:p>
        </p:txBody>
      </p:sp>
      <p:sp>
        <p:nvSpPr>
          <p:cNvPr id="8" name="Oval 7"/>
          <p:cNvSpPr/>
          <p:nvPr/>
        </p:nvSpPr>
        <p:spPr>
          <a:xfrm>
            <a:off x="5958687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1447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11: Proposals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Draft large multi-school proposals, plan expansion.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₹3L Pipeline Built</a:t>
            </a:r>
          </a:p>
        </p:txBody>
      </p:sp>
      <p:sp>
        <p:nvSpPr>
          <p:cNvPr id="11" name="Oval 10"/>
          <p:cNvSpPr/>
          <p:nvPr/>
        </p:nvSpPr>
        <p:spPr>
          <a:xfrm>
            <a:off x="9412985" y="3182112"/>
            <a:ext cx="219456" cy="219456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5745" y="3657600"/>
            <a:ext cx="182880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14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3C78"/>
                </a:solidFill>
                <a:latin typeface="Calibri"/>
              </a:defRPr>
            </a:pPr>
            <a:r>
              <a:t>Month 12: Review</a:t>
            </a:r>
          </a:p>
          <a:p>
            <a:pPr algn="ctr">
              <a:spcBef>
                <a:spcPts val="400"/>
              </a:spcBef>
              <a:defRPr sz="1100">
                <a:solidFill>
                  <a:srgbClr val="505050"/>
                </a:solidFill>
                <a:latin typeface="Calibri"/>
              </a:defRPr>
            </a:pPr>
            <a:r>
              <a:t>Annual review, CSAT surveys, set Year 2 targets.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5745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Deliverable:</a:t>
            </a:r>
            <a:br/>
            <a:r>
              <a:t>Year 2 Charter 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12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Frequently Asked Questions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FAQS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Business Model &amp; Territory FAQs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is the core business model? (A: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Is there an upfront fee? (A: No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Are territory boundaries exclusive? (A: Yes, based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Can we sell outside Haveli? (A: No,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Can I manage two talukas? (A: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FAQS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Financial &amp; Payout FAQs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is the commission payout cycle? (A: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Is tax deducted at source? (A: Yes,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How is recurring revenue earned? (A: Annual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Are commissions paid on refunds? (A: Commissions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Can we offer custom discounts? (A: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FAQS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Operations &amp; Support FAQs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Who hires the local FSE? (A: The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is the installation SLA? (A: Smart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Who provides customer tech support? (A: DTC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Are marketing print files free? (A: Yes,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training do we receive? (A: 1-week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FAQS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Legal &amp; Future Growth FAQs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is the contract term? (A: 12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What are grounds for termination? (A: Code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Do we represent future platforms? (A: Active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Who owns client data records? (A: All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Q: Can I cancel the agreement? (A: Yes,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13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 Assessment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RISK ASSESSMENT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DTC Risk Mitigation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Sourcing Risk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Potential Impact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DASP Digital Mitigation Plan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DTC Action Plan</a:t>
                      </a:r>
                    </a:p>
                  </a:txBody>
                  <a:tcPr>
                    <a:solidFill>
                      <a:srgbClr val="143C7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Erratic rural electricity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High (classroom downtime)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Hardware bundled with hybrid UPS setups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Verify school backup generators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Delays in trustee board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Medium (longer sales cycle)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AI-generated IX audit report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Schedule regular face-to-face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FSE turnover and attrition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Medium (visit delays)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Standardized FSE onboarding training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Maintain pipeline of local CVs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Cheap offline software competitors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Low (price wars)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Focus on local DTC support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64646"/>
                          </a:solidFill>
                          <a:latin typeface="Calibri"/>
                        </a:defRPr>
                      </a:pPr>
                      <a:r>
                        <a:t>Conduct free computer lab tech audits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14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Success Stories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SUCCESS STORIES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Case Study: Smart Classroom Upgrade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Client: Private Secondary School (Haveli pilot).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Installed: 5 Interactive Smart Boards + CRM link.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Total Order Value: ₹6,00,000 (excl. tax).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Commission: ₹24,000 direct payout.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Results: Class participation improved by 40% (CSAT audit).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School subsequently signed up for annual software ERP.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SUCCESS STORIES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Case Study: ERP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Client: Regional Junior College (750 students).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Deployed: DnyanMitra cloud ERP &amp; biometric gates.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ERP Contract: ₹1,50,000 annual SaaS license.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DTC Commission: ₹15,000 recurring payout.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Results: Fee collection administration time reduced by 50%.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First-line support ticket volume: 0 critical bugs.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15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Partnership Journey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PARTNERSHIP JOURNEY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Vetting &amp; Evaluation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Meeting 1: First demo session (interest check).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Meeting 2: Taluka Business Workshop (opportunity check).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Vetting scorecard completed by District Head.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Physical site visit of training centre.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Bank details verified via Pennydrop test.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Meeting 3: Final onboarding and agreement sign-off.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PARTNERSHIP JOURNEY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Enablement &amp; Growth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1: Complete 1-week coordinator training.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2: Provision CRM and email dashboard credentials.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3: Recruit Field Sales Executive.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4: Execute first month target school audits.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5: Hold weekly review meetings with District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Step 6: Plan Year 2 goals and DTC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8220"/>
                </a:solidFill>
                <a:latin typeface="Calibri"/>
              </a:defRPr>
            </a:pPr>
            <a:r>
              <a:t>SECTION 16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NEXT STEPS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Administrative Vetting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 PAN Card and Aadhaar Card uploads.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 bank account details (mandate form).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Provide GSTIN registration details (if active).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Share physical address proof of training centre.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Verify FSE recruit contact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Submit signed pre-agreement checklist 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8220"/>
                </a:solidFill>
                <a:latin typeface="Calibri"/>
              </a:defRPr>
            </a:pPr>
            <a:r>
              <a:t>NEXT STEPS</a:t>
            </a:r>
          </a:p>
          <a:p>
            <a:pPr>
              <a:spcBef>
                <a:spcPts val="400"/>
              </a:spcBef>
              <a:defRPr sz="2200" b="1">
                <a:solidFill>
                  <a:srgbClr val="143C78"/>
                </a:solidFill>
                <a:latin typeface="Calibri"/>
              </a:defRPr>
            </a:pPr>
            <a:r>
              <a:t>Launch Checklist (First 48 Hours)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1. Log into your custom CRM dashboard.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2. Join official district coordinator WhatsApp groups.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3. Review the DnyanMitra product catalogue.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4. Print DTC banners and standees.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5. Compile list of top 20 target schools.</a:t>
            </a:r>
          </a:p>
          <a:p>
            <a:pPr>
              <a:spcAft>
                <a:spcPts val="1200"/>
              </a:spcAft>
              <a:defRPr sz="1700">
                <a:solidFill>
                  <a:srgbClr val="464646"/>
                </a:solidFill>
                <a:latin typeface="Calibri"/>
              </a:defRPr>
            </a:pPr>
            <a:r>
              <a:t>6. Schedule the first weekly call with District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  <a:latin typeface="Calibri"/>
              </a:defRPr>
            </a:pPr>
            <a:r>
              <a:t>Confidential | DASP Digital Pvt Ltd | www.dnyanmitra.com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